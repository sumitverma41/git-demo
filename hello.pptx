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4" d="100"/>
          <a:sy n="44" d="100"/>
        </p:scale>
        <p:origin x="51" y="3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E42C-0D0D-E732-1E18-904C79B6A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674F5C-D5E4-684F-9A79-81E07A6EB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8C096-F239-DCE1-9A54-8921DEFC9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10201-0F74-490B-ACF5-61CB9092E426}" type="datetimeFigureOut">
              <a:rPr lang="en-IN" smtClean="0"/>
              <a:t>03-01-2025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14271-797A-7886-7ABE-60A99E5BF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D9A13-4D9D-7462-E595-E9D663831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261CA-1B5D-43C8-99B2-99C3AC81F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377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5EA2-9C62-D03A-9D52-D728AEAF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2C5B0-25EE-F9F9-0F9E-A4AAAA37B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B79CB-E913-2343-7D73-F93FCCB15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10201-0F74-490B-ACF5-61CB9092E426}" type="datetimeFigureOut">
              <a:rPr lang="en-IN" smtClean="0"/>
              <a:t>03-01-2025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663F4-46CA-CFA5-D385-9EE98F9DB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92782-880F-72B4-E09C-0BCA1A5FF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261CA-1B5D-43C8-99B2-99C3AC81F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136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587CD-72A9-7F3E-FBF6-C181D743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D5ACA-E2C9-60F9-731B-F64D07704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1B3AC-36A9-1471-D358-04355C0DA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10201-0F74-490B-ACF5-61CB9092E426}" type="datetimeFigureOut">
              <a:rPr lang="en-IN" smtClean="0"/>
              <a:t>03-01-2025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4587B-7567-A0A7-103D-78DC3AC41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83328-A1DF-71DA-112D-7CB58AB4D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261CA-1B5D-43C8-99B2-99C3AC81F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698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2097D-4BBC-150F-8B2E-F4DBB587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E8643-DDE1-B8D9-ADD6-C4180F2E9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6419C-E398-A9BC-CCA2-BE9007215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B2D4A-0174-0392-51BC-254B277F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10201-0F74-490B-ACF5-61CB9092E426}" type="datetimeFigureOut">
              <a:rPr lang="en-IN" smtClean="0"/>
              <a:t>03-01-2025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04B2D-3B88-166F-E227-4AF0188E4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D39BF-0387-91A2-0048-72A53F60E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261CA-1B5D-43C8-99B2-99C3AC81F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354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B4076-1150-E6A6-8970-0ED10C8C2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0B5BB-26E5-1E2C-F83C-9E0BB772D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9863C-E9AA-F0F8-174B-6E207530A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F903A7-57D7-DC30-0C7D-86FBD842C6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3ED1CF-56EB-E715-5897-DBDF64CAE1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F3A723-CAF2-D289-C766-41EA6F055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10201-0F74-490B-ACF5-61CB9092E426}" type="datetimeFigureOut">
              <a:rPr lang="en-IN" smtClean="0"/>
              <a:t>03-01-2025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96486D-285A-6129-F8C1-E0E9F9E6C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711072-5EAF-35BC-1D10-06629039E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261CA-1B5D-43C8-99B2-99C3AC81F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154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7F8C4-5DAB-E3AF-1C50-DE1C9FA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B6BA92-546E-CFB6-E1F8-8A0F3AF18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10201-0F74-490B-ACF5-61CB9092E426}" type="datetimeFigureOut">
              <a:rPr lang="en-IN" smtClean="0"/>
              <a:t>03-01-2025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73186-CFC7-08A2-DC1E-67F91198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13FE4-95DB-FD57-D8D4-D9CF3EEAC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261CA-1B5D-43C8-99B2-99C3AC81F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236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15A157-1D85-F0E4-63FE-870ABF951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10201-0F74-490B-ACF5-61CB9092E426}" type="datetimeFigureOut">
              <a:rPr lang="en-IN" smtClean="0"/>
              <a:t>03-01-2025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E6B06-3AC3-0858-7681-C4257E9A9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6366E-575F-8196-AEEF-E977DEBB8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261CA-1B5D-43C8-99B2-99C3AC81F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881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48670-30A5-8D87-DAC6-F8361F6E3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532E9-FE84-3537-3994-5F1C136EA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9BAF0-4AD6-148F-4B25-AC7C98AF6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6FD7A-D338-11EF-A3F6-96F824CD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10201-0F74-490B-ACF5-61CB9092E426}" type="datetimeFigureOut">
              <a:rPr lang="en-IN" smtClean="0"/>
              <a:t>03-01-2025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075AE-A2A6-C1A7-927C-0668DFEDA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EB72D-8AB2-C122-B803-A8E8C90E0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261CA-1B5D-43C8-99B2-99C3AC81F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468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44070-CC6D-7F67-8E7C-7AE4C6345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0396E0-F33A-682E-D3C1-5050F26769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0EBB9A-2439-B328-07E5-D5FE69299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1F817-622E-A564-5332-639D5AF5A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10201-0F74-490B-ACF5-61CB9092E426}" type="datetimeFigureOut">
              <a:rPr lang="en-IN" smtClean="0"/>
              <a:t>03-01-2025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7EFFA-89CB-EF23-4F11-251507826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11940-93D1-7116-C38F-6E8D62256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261CA-1B5D-43C8-99B2-99C3AC81F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7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A96E6-5071-3252-4A37-EF4F9BECC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B02F1-C82B-1CD3-F0D1-7BF97A02E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5D220-64F7-C84B-A007-0E83AF753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10201-0F74-490B-ACF5-61CB9092E426}" type="datetimeFigureOut">
              <a:rPr lang="en-IN" smtClean="0"/>
              <a:t>03-01-2025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C74FE-A828-6EB0-5862-C5338D39A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64730-EB06-A4F6-61F2-4AB5AF9B8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261CA-1B5D-43C8-99B2-99C3AC81F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195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F41456-333D-C278-7B46-0642994AAD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E67472-3650-012E-3700-D5F30F55C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9F772-1603-5C69-1EF0-DAD13EFAC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10201-0F74-490B-ACF5-61CB9092E426}" type="datetimeFigureOut">
              <a:rPr lang="en-IN" smtClean="0"/>
              <a:t>03-01-2025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660EA-79B8-663B-D08B-4A426D92D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C7BB9-E9D7-7FD0-E9E9-C6B1F7DCB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261CA-1B5D-43C8-99B2-99C3AC81F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798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8F9FAF-3641-8F40-3D55-93663A86F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509AA-8CDB-88E8-ACFD-48976E0ED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EF34F-99F0-080E-AF94-78236754E0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10201-0F74-490B-ACF5-61CB9092E426}" type="datetimeFigureOut">
              <a:rPr lang="en-IN" smtClean="0"/>
              <a:t>03-01-2025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27269-44B3-0686-A6F9-A11794BE2C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570E2-415F-7A48-21A1-9590771BE0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261CA-1B5D-43C8-99B2-99C3AC81F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059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D624-B7BF-80F2-984F-2A917FA511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 </a:t>
            </a:r>
            <a:r>
              <a:rPr lang="en-GB"/>
              <a:t>am git 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BDE05-9FF4-533D-2EE7-ECC503B62F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612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I am git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Sumit Verma</dc:creator>
  <cp:lastModifiedBy>Sumit Verma</cp:lastModifiedBy>
  <cp:revision>1</cp:revision>
  <dcterms:created xsi:type="dcterms:W3CDTF">2025-01-03T16:46:31Z</dcterms:created>
  <dcterms:modified xsi:type="dcterms:W3CDTF">2025-01-03T16:46:47Z</dcterms:modified>
</cp:coreProperties>
</file>